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23837-6EFD-4EEE-4170-29521357B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639219-1A3A-FED9-99DB-62D14E2A2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F4DD5C-86F7-9395-C0EA-F167D08B7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EFF4-29C1-4F89-A458-CEF20DB4576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2111A7-2A39-061D-1E37-9E97D0AC0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61D9E3-E016-82AA-6093-3E5238C4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A1D4C-8DC5-48E2-B81C-ED0B06DA4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10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F5556-07AF-C70A-9AAC-53454023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42E99D-876E-902D-606B-E9372103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B36674-9634-9CEB-BCDE-1E5E03C5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EFF4-29C1-4F89-A458-CEF20DB4576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260CA4-853B-609B-718D-E595601F7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511007-D160-446A-56C5-B0BDEB36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A1D4C-8DC5-48E2-B81C-ED0B06DA4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17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57323-2463-F00E-042E-FB7129C7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15CB1-4337-520F-8399-9AFF8AF42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86568A-64AA-1C2D-1D42-7FC5B2052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EFF4-29C1-4F89-A458-CEF20DB4576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642DDD-5C38-3727-2293-BE41C34E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A75FE3-4DD9-616C-A9C7-6C71520A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A1D4C-8DC5-48E2-B81C-ED0B06DA4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06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BAB2E-1CE7-0079-CC36-543AED845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3DB001-4062-C17F-58D9-E868C19E0F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78BD96-54B5-FFB9-098D-4A8AB63A8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9958F5-8194-FBCB-4B25-21A1AA99B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EFF4-29C1-4F89-A458-CEF20DB4576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DD287E-CCC0-2CA2-624C-F8FEBB3B2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AD7E75-1225-1A36-D292-FA9A87302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A1D4C-8DC5-48E2-B81C-ED0B06DA4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17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CEBE1-672F-9692-BCBB-42C5473AA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816655-F62C-8365-4BC9-E26C5F48C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C73DB1-B516-D59D-442C-3D20C02E4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0256CA-092C-D3E8-00CD-3C1F8E511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578EE0-038C-87AB-8722-41FDDA2CD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95913C-BA2C-9080-C0AD-EF3ACB846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EFF4-29C1-4F89-A458-CEF20DB4576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A05A80-5131-C19F-5AC3-1D984E6C2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340194-7999-FE7F-DF08-40415B4C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A1D4C-8DC5-48E2-B81C-ED0B06DA4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17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2497D-8271-9BDA-89CF-5578C627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6E4DF3-FAAA-464B-DA7D-203F8DDE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EFF4-29C1-4F89-A458-CEF20DB4576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418AED-24A8-8D74-90D3-BF32083FB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62574E-B4D1-E058-5FA0-3AC47B97D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A1D4C-8DC5-48E2-B81C-ED0B06DA4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88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80E502-EDDC-2BE5-442A-95294CD9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EFF4-29C1-4F89-A458-CEF20DB4576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AB4BA7-62D8-A61F-1E3E-4BE0DE08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4E7DCF-0FBB-7184-3AF8-4E5182E0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A1D4C-8DC5-48E2-B81C-ED0B06DA4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62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8CFCB-55F3-2AD5-C1E4-5E4369BC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9C9EC8-F070-F4EE-A87C-7343231DF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CB4D91-45B0-E83D-C06C-C1FBEBD79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283CB9-2C59-603F-FBF3-B1638D3C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EFF4-29C1-4F89-A458-CEF20DB4576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05FB67-92D9-B810-C72C-6E577D150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074C1C-BAA8-63E1-1533-F996D897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A1D4C-8DC5-48E2-B81C-ED0B06DA4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62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97C81-6F6C-B3C9-D7DA-1E49FF71E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53A6551-6BD6-7404-E7DB-5F6DCAE88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03D3CA-F93F-141B-626A-9B2B6FB7D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63C738-8EAB-E6F3-0D36-93673D42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EFF4-29C1-4F89-A458-CEF20DB4576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AA6526-8FC5-5FCF-2DDD-09E816AC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DF4E55-2DA2-C776-1887-6A2AE733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A1D4C-8DC5-48E2-B81C-ED0B06DA4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3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9094F-ED31-0CB9-2B98-0B59645D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D5019C-8E7C-B311-0125-0BA652770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1C03D0-FBDF-9614-CD97-5E201198C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EFF4-29C1-4F89-A458-CEF20DB4576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8AAB27-559C-0F51-43E5-2631DA0A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A68E62-F11C-CFCD-B500-7C348A8EA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A1D4C-8DC5-48E2-B81C-ED0B06DA4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5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ADAC84-949F-0140-B71D-691C83087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F0CBD5-CF8B-8070-4D11-3942334B1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8E6233-FAE0-097C-841D-DE58DCB9A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7EFF4-29C1-4F89-A458-CEF20DB4576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C204D1-E9A7-8FC3-0148-6810EFB6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84FB4-7396-560E-931E-0A5BBFDE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A1D4C-8DC5-48E2-B81C-ED0B06DA4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7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7858DC-55B9-B114-A603-0712A0539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0301A0-3BA6-7530-EE03-655408345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53F08F-E09F-A31C-82F8-E722B83B4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7EFF4-29C1-4F89-A458-CEF20DB45769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2EAEB0-3572-C14E-755D-34127DCB5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F8DAA-1A14-9F13-2054-CD46877C9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A1D4C-8DC5-48E2-B81C-ED0B06DA48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53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F66CD523-8AEB-7404-CF5A-51E5BEEFED87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008FE8B-BB56-3100-B2AC-190A207E2A7C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48D7451-0D37-1CB6-D50D-706BDEB61C02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FE868FD-3613-A0BB-AD9F-2A6F1B19A9FE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0A79E53-A53F-5213-5387-263217D50F6F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3DC73C-A79C-3BE1-609A-C1FB95EF054C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20DD661-6748-9401-EF60-C14F0DDB7D37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5C3DF1E-21FE-98AD-A068-D6D49BEF2BFB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F5B0378-0058-B818-34D1-8BE604F01DF4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B37F9FD-56E3-CFED-B097-64B2775AE121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EFFDA8F-5BEE-9BDD-687D-0F1458308C14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11F1157-5CC7-7738-2F25-E14682A16F88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E23958C-3105-A350-AF41-B3A820AAE82F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2671342-6A11-62B4-3CF9-D45DE7209172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6EE32DA-13DD-9C4A-17E6-872EF85750CF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B0CED7C-2709-4B25-466C-7BBAF99B416A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368327B-F03E-7CDB-F00F-5D6DF667F690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53C2E12-E984-AD25-75A3-5073A82460CA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5ED0275-D282-A225-A6C7-498BDC998D35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4399F78-FB37-05BF-5BC2-70D79B12494C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EC97051-61B1-E471-8364-A60D93C5A288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3D7BF7F-FD5E-5777-0FC2-D89E80D51931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82AAAF4-34A0-C757-5C37-7C2AF736B68C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F034E39C-2CE2-DFD2-91B0-763096F1E94A}"/>
              </a:ext>
            </a:extLst>
          </p:cNvPr>
          <p:cNvSpPr/>
          <p:nvPr/>
        </p:nvSpPr>
        <p:spPr>
          <a:xfrm>
            <a:off x="609600" y="558800"/>
            <a:ext cx="101600" cy="1600200"/>
          </a:xfrm>
          <a:prstGeom prst="rect">
            <a:avLst/>
          </a:prstGeom>
          <a:solidFill>
            <a:srgbClr val="BFFF00"/>
          </a:solidFill>
          <a:ln w="12700">
            <a:solidFill>
              <a:srgbClr val="B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146ED5A-A9C0-41CF-A6DD-5317E36F725D}"/>
              </a:ext>
            </a:extLst>
          </p:cNvPr>
          <p:cNvSpPr txBox="1"/>
          <p:nvPr/>
        </p:nvSpPr>
        <p:spPr>
          <a:xfrm>
            <a:off x="1041400" y="635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BEETRUST / TRACK B / SP-A</a:t>
            </a:r>
            <a:endParaRPr lang="zh-CN" altLang="en-US" sz="1000" b="1">
              <a:solidFill>
                <a:srgbClr val="BFFF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5D6CEA-DFB0-94BE-6A22-B590D62C608B}"/>
              </a:ext>
            </a:extLst>
          </p:cNvPr>
          <p:cNvSpPr txBox="1"/>
          <p:nvPr/>
        </p:nvSpPr>
        <p:spPr>
          <a:xfrm>
            <a:off x="1041400" y="1447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600">
                <a:solidFill>
                  <a:srgbClr val="FFFFFF"/>
                </a:solidFill>
                <a:latin typeface="Microsoft YaHei" panose="020B0503020204020204" pitchFamily="34" charset="-122"/>
              </a:rPr>
              <a:t>证据先行。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E0A572D-5E37-7BDB-B0ED-38CBA61209DB}"/>
              </a:ext>
            </a:extLst>
          </p:cNvPr>
          <p:cNvSpPr txBox="1"/>
          <p:nvPr/>
        </p:nvSpPr>
        <p:spPr>
          <a:xfrm>
            <a:off x="1041400" y="2209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600">
                <a:solidFill>
                  <a:srgbClr val="FFFFFF"/>
                </a:solidFill>
                <a:latin typeface="Microsoft YaHei" panose="020B0503020204020204" pitchFamily="34" charset="-122"/>
              </a:rPr>
              <a:t>再谈放行。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8EE39F1-0FEC-A179-9B03-BABCAA4B7DB6}"/>
              </a:ext>
            </a:extLst>
          </p:cNvPr>
          <p:cNvSpPr txBox="1"/>
          <p:nvPr/>
        </p:nvSpPr>
        <p:spPr>
          <a:xfrm>
            <a:off x="1066800" y="36068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748FBE"/>
                </a:solidFill>
                <a:latin typeface="Microsoft YaHei" panose="020B0503020204020204" pitchFamily="34" charset="-122"/>
              </a:rPr>
              <a:t>协作式 </a:t>
            </a:r>
            <a:r>
              <a:rPr lang="en-US" altLang="zh-CN" sz="1600">
                <a:solidFill>
                  <a:srgbClr val="748FBE"/>
                </a:solidFill>
                <a:latin typeface="Microsoft YaHei" panose="020B0503020204020204" pitchFamily="34" charset="-122"/>
              </a:rPr>
              <a:t>Skills </a:t>
            </a:r>
            <a:r>
              <a:rPr lang="zh-CN" altLang="en-US" sz="1600">
                <a:solidFill>
                  <a:srgbClr val="748FBE"/>
                </a:solidFill>
                <a:latin typeface="Microsoft YaHei" panose="020B0503020204020204" pitchFamily="34" charset="-122"/>
              </a:rPr>
              <a:t>编排在新西兰麦卢卡蜂蜜出口案例中的本地验证。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F5AE4D3-969E-9479-3F43-A2A16D12AE4D}"/>
              </a:ext>
            </a:extLst>
          </p:cNvPr>
          <p:cNvSpPr/>
          <p:nvPr/>
        </p:nvSpPr>
        <p:spPr>
          <a:xfrm>
            <a:off x="8737600" y="1346200"/>
            <a:ext cx="2844800" cy="2768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E33CD41-0C88-C137-875C-25DC8B7FE4D5}"/>
              </a:ext>
            </a:extLst>
          </p:cNvPr>
          <p:cNvSpPr txBox="1"/>
          <p:nvPr/>
        </p:nvSpPr>
        <p:spPr>
          <a:xfrm>
            <a:off x="9093200" y="1752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100" b="1">
                <a:solidFill>
                  <a:srgbClr val="FFFFFF"/>
                </a:solidFill>
                <a:latin typeface="Microsoft YaHei" panose="020B0503020204020204" pitchFamily="34" charset="-122"/>
              </a:rPr>
              <a:t>放行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939E3F5-9CC6-6FBA-9A2E-64DBFA5254A7}"/>
              </a:ext>
            </a:extLst>
          </p:cNvPr>
          <p:cNvSpPr txBox="1"/>
          <p:nvPr/>
        </p:nvSpPr>
        <p:spPr>
          <a:xfrm>
            <a:off x="9017000" y="2260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6600">
                <a:solidFill>
                  <a:srgbClr val="FFFFFF"/>
                </a:solidFill>
                <a:latin typeface="Consolas" panose="020B0609020204030204" pitchFamily="49" charset="0"/>
              </a:rPr>
              <a:t>100</a:t>
            </a:r>
            <a:endParaRPr lang="zh-CN" altLang="en-US" sz="66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1D9D50C-45EE-C216-B261-A044F5E80E98}"/>
              </a:ext>
            </a:extLst>
          </p:cNvPr>
          <p:cNvSpPr txBox="1"/>
          <p:nvPr/>
        </p:nvSpPr>
        <p:spPr>
          <a:xfrm>
            <a:off x="10388600" y="2997200"/>
            <a:ext cx="81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 b="1">
                <a:solidFill>
                  <a:srgbClr val="BFFF00"/>
                </a:solidFill>
                <a:latin typeface="Consolas" panose="020B0609020204030204" pitchFamily="49" charset="0"/>
              </a:rPr>
              <a:t>/100</a:t>
            </a:r>
            <a:endParaRPr lang="zh-CN" altLang="en-US" sz="2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C40F539-AABD-AC7B-6D2E-103980457FF6}"/>
              </a:ext>
            </a:extLst>
          </p:cNvPr>
          <p:cNvSpPr txBox="1"/>
          <p:nvPr/>
        </p:nvSpPr>
        <p:spPr>
          <a:xfrm>
            <a:off x="9093200" y="35814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本地运行时证据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B9948DC-EBAA-0FD4-B488-F32D3A696B23}"/>
              </a:ext>
            </a:extLst>
          </p:cNvPr>
          <p:cNvSpPr txBox="1"/>
          <p:nvPr/>
        </p:nvSpPr>
        <p:spPr>
          <a:xfrm>
            <a:off x="1066800" y="5765800"/>
            <a:ext cx="558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748FBE"/>
                </a:solidFill>
                <a:latin typeface="Microsoft YaHei" panose="020B0503020204020204" pitchFamily="34" charset="-122"/>
              </a:rPr>
              <a:t>合成案例 </a:t>
            </a:r>
            <a:r>
              <a:rPr lang="en-US" altLang="zh-CN" sz="900">
                <a:solidFill>
                  <a:srgbClr val="748FB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748FBE"/>
                </a:solidFill>
                <a:latin typeface="Microsoft YaHei" panose="020B0503020204020204" pitchFamily="34" charset="-122"/>
              </a:rPr>
              <a:t>未进行外部提交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5F3CC7B-5BDB-196D-B281-4B0F41E2A41F}"/>
              </a:ext>
            </a:extLst>
          </p:cNvPr>
          <p:cNvSpPr txBox="1"/>
          <p:nvPr/>
        </p:nvSpPr>
        <p:spPr>
          <a:xfrm>
            <a:off x="11049000" y="5765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01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128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CF5C49C-CFD9-5E18-852E-23CB288C311F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611F613-43BA-5891-61B6-273C4E9F03E2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AC992C5-D8EF-F86D-E027-9BBFD9B0131D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084B545-6744-D8DF-2A66-52AD2B5C05F8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7800F0D-716B-519C-1F1E-8312962B8D79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C509198-93D8-4641-8E65-F5EBFBB63003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E12A00F-908B-9114-8042-A4D59F8AAAA4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89DC800-5034-05D9-441D-F74278C7CC7D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79FD236-3297-DDB7-7876-ED9C1FD2A4F1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DECDB77-CE8B-FADF-2F1E-75F20ACCF748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B75A048-B917-DB83-6340-C81B4D734D4D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3F70631-6779-3408-750C-C402E9C0A33D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9BA0542-6234-4F54-6E6E-9772CD9D702A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FD0ED25-678D-4B50-097F-E116F5B28DEF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EB5AC1-9ED3-36A2-D230-AED046A4D1C7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B58022D-AAD1-1CC4-8E46-1E7825AF619A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C88DD55-3BA2-BE32-36E4-1DA0D0712A6E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6BB0495-F9BF-F224-2C31-5A2EF6551C4C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A1D4DF0-68B6-698A-4CC9-9D6989BA0C10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18C07CB-B2D1-F3EA-239F-BCB8D2EAFE56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F479A6D-6DE5-0C4A-3AF7-958C809D5164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4BA5A09-AEB0-77E3-3D1E-9E81D52DC4D6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8DC556B-8DCA-DBDC-3B7C-360FF698E976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DF0117DE-025B-BE45-7A08-C21B74B1CB91}"/>
              </a:ext>
            </a:extLst>
          </p:cNvPr>
          <p:cNvSpPr txBox="1"/>
          <p:nvPr/>
        </p:nvSpPr>
        <p:spPr>
          <a:xfrm>
            <a:off x="609600" y="406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01 / </a:t>
            </a:r>
            <a:r>
              <a:rPr lang="zh-CN" altLang="en-US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案例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00DF3D7-3D71-9DC4-2179-DD2234E6C8BD}"/>
              </a:ext>
            </a:extLst>
          </p:cNvPr>
          <p:cNvSpPr txBox="1"/>
          <p:nvPr/>
        </p:nvSpPr>
        <p:spPr>
          <a:xfrm>
            <a:off x="609600" y="1219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>
                <a:solidFill>
                  <a:srgbClr val="F4F8FF"/>
                </a:solidFill>
                <a:latin typeface="Microsoft YaHei" panose="020B0503020204020204" pitchFamily="34" charset="-122"/>
              </a:rPr>
              <a:t>一批货。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2ABBD1-A279-B940-6528-93CD781FC2B0}"/>
              </a:ext>
            </a:extLst>
          </p:cNvPr>
          <p:cNvSpPr txBox="1"/>
          <p:nvPr/>
        </p:nvSpPr>
        <p:spPr>
          <a:xfrm>
            <a:off x="609600" y="19558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>
                <a:solidFill>
                  <a:srgbClr val="F4F8FF"/>
                </a:solidFill>
                <a:latin typeface="Microsoft YaHei" panose="020B0503020204020204" pitchFamily="34" charset="-122"/>
              </a:rPr>
              <a:t>五道门。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6E3F60E-617E-CD4C-EE16-9A33630CE7FE}"/>
              </a:ext>
            </a:extLst>
          </p:cNvPr>
          <p:cNvSpPr txBox="1"/>
          <p:nvPr/>
        </p:nvSpPr>
        <p:spPr>
          <a:xfrm>
            <a:off x="609600" y="26924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>
                <a:solidFill>
                  <a:srgbClr val="417EFF"/>
                </a:solidFill>
                <a:latin typeface="Microsoft YaHei" panose="020B0503020204020204" pitchFamily="34" charset="-122"/>
              </a:rPr>
              <a:t>一项决策。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A7B0503-AF27-1BAB-B898-130B6F990DE8}"/>
              </a:ext>
            </a:extLst>
          </p:cNvPr>
          <p:cNvCxnSpPr/>
          <p:nvPr/>
        </p:nvCxnSpPr>
        <p:spPr>
          <a:xfrm>
            <a:off x="609600" y="3886200"/>
            <a:ext cx="5740400" cy="0"/>
          </a:xfrm>
          <a:prstGeom prst="line">
            <a:avLst/>
          </a:prstGeom>
          <a:ln w="17780">
            <a:solidFill>
              <a:srgbClr val="F4F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411017D-DA56-85C5-FBAF-F1562B6723D8}"/>
              </a:ext>
            </a:extLst>
          </p:cNvPr>
          <p:cNvSpPr txBox="1"/>
          <p:nvPr/>
        </p:nvSpPr>
        <p:spPr>
          <a:xfrm>
            <a:off x="609600" y="4165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合成案例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E8B8070-9386-333F-0654-A725B47631C4}"/>
              </a:ext>
            </a:extLst>
          </p:cNvPr>
          <p:cNvSpPr txBox="1"/>
          <p:nvPr/>
        </p:nvSpPr>
        <p:spPr>
          <a:xfrm>
            <a:off x="609600" y="44704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F4F8FF"/>
                </a:solidFill>
                <a:latin typeface="Microsoft YaHei" panose="020B0503020204020204" pitchFamily="34" charset="-122"/>
              </a:rPr>
              <a:t>1,000 </a:t>
            </a:r>
            <a:r>
              <a:rPr lang="zh-CN" altLang="en-US" sz="1700" b="1">
                <a:solidFill>
                  <a:srgbClr val="F4F8FF"/>
                </a:solidFill>
                <a:latin typeface="Microsoft YaHei" panose="020B0503020204020204" pitchFamily="34" charset="-122"/>
              </a:rPr>
              <a:t>罐新西兰麦卢卡蜂蜜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787E7EF-3021-8BAE-570A-11A8BE99519F}"/>
              </a:ext>
            </a:extLst>
          </p:cNvPr>
          <p:cNvSpPr txBox="1"/>
          <p:nvPr/>
        </p:nvSpPr>
        <p:spPr>
          <a:xfrm>
            <a:off x="609600" y="4876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A6B9D8"/>
                </a:solidFill>
                <a:latin typeface="Microsoft YaHei" panose="020B0503020204020204" pitchFamily="34" charset="-122"/>
              </a:rPr>
              <a:t>目的地：澳大利亚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1B2C7F5-39ED-8E84-4674-22DF0108AD00}"/>
              </a:ext>
            </a:extLst>
          </p:cNvPr>
          <p:cNvSpPr/>
          <p:nvPr/>
        </p:nvSpPr>
        <p:spPr>
          <a:xfrm>
            <a:off x="7493000" y="812800"/>
            <a:ext cx="4089400" cy="4902200"/>
          </a:xfrm>
          <a:prstGeom prst="rect">
            <a:avLst/>
          </a:prstGeom>
          <a:solidFill>
            <a:srgbClr val="050B1E"/>
          </a:solidFill>
          <a:ln w="12700">
            <a:solidFill>
              <a:srgbClr val="050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0D7D88F-1162-3A48-FB6E-AAA22522599C}"/>
              </a:ext>
            </a:extLst>
          </p:cNvPr>
          <p:cNvSpPr txBox="1"/>
          <p:nvPr/>
        </p:nvSpPr>
        <p:spPr>
          <a:xfrm>
            <a:off x="7874000" y="1168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基线门禁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F8D60C2-5DB1-EBC0-28DF-C7483CFA111B}"/>
              </a:ext>
            </a:extLst>
          </p:cNvPr>
          <p:cNvCxnSpPr/>
          <p:nvPr/>
        </p:nvCxnSpPr>
        <p:spPr>
          <a:xfrm>
            <a:off x="7874000" y="17272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A97E3031-55F6-6A62-3A3E-2F7610BA2542}"/>
              </a:ext>
            </a:extLst>
          </p:cNvPr>
          <p:cNvSpPr txBox="1"/>
          <p:nvPr/>
        </p:nvSpPr>
        <p:spPr>
          <a:xfrm>
            <a:off x="7874000" y="18796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科学指纹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F5EF546-BD00-F0D0-A366-487FF22196C3}"/>
              </a:ext>
            </a:extLst>
          </p:cNvPr>
          <p:cNvSpPr txBox="1"/>
          <p:nvPr/>
        </p:nvSpPr>
        <p:spPr>
          <a:xfrm>
            <a:off x="10515600" y="18796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通过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95465DB-AEC0-EBAC-0796-F64FD2103CD4}"/>
              </a:ext>
            </a:extLst>
          </p:cNvPr>
          <p:cNvCxnSpPr/>
          <p:nvPr/>
        </p:nvCxnSpPr>
        <p:spPr>
          <a:xfrm>
            <a:off x="7874000" y="23495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F2890D1-A8E0-7F3B-5B2E-513BC9EFD401}"/>
              </a:ext>
            </a:extLst>
          </p:cNvPr>
          <p:cNvSpPr txBox="1"/>
          <p:nvPr/>
        </p:nvSpPr>
        <p:spPr>
          <a:xfrm>
            <a:off x="7874000" y="2501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保管链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97D36CA-6026-3D80-E4D4-60E30EBFFE18}"/>
              </a:ext>
            </a:extLst>
          </p:cNvPr>
          <p:cNvSpPr txBox="1"/>
          <p:nvPr/>
        </p:nvSpPr>
        <p:spPr>
          <a:xfrm>
            <a:off x="10515600" y="25019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通过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5B0B5D1-C7EA-9D34-D615-A0067C388DA2}"/>
              </a:ext>
            </a:extLst>
          </p:cNvPr>
          <p:cNvCxnSpPr/>
          <p:nvPr/>
        </p:nvCxnSpPr>
        <p:spPr>
          <a:xfrm>
            <a:off x="7874000" y="29718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2DF9597-C86C-426A-DFA5-8B2817F9A5C1}"/>
              </a:ext>
            </a:extLst>
          </p:cNvPr>
          <p:cNvSpPr txBox="1"/>
          <p:nvPr/>
        </p:nvSpPr>
        <p:spPr>
          <a:xfrm>
            <a:off x="7874000" y="31242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MPI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市场准入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BE3E2AE-D928-7079-6272-F0EFCE857D11}"/>
              </a:ext>
            </a:extLst>
          </p:cNvPr>
          <p:cNvSpPr txBox="1"/>
          <p:nvPr/>
        </p:nvSpPr>
        <p:spPr>
          <a:xfrm>
            <a:off x="10515600" y="31242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通过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5AA1DDBA-D2FC-B97D-F529-B22E527A871B}"/>
              </a:ext>
            </a:extLst>
          </p:cNvPr>
          <p:cNvCxnSpPr/>
          <p:nvPr/>
        </p:nvCxnSpPr>
        <p:spPr>
          <a:xfrm>
            <a:off x="7874000" y="35941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F54B46AC-5EEF-DD55-64F1-4E37E3CD55BA}"/>
              </a:ext>
            </a:extLst>
          </p:cNvPr>
          <p:cNvSpPr txBox="1"/>
          <p:nvPr/>
        </p:nvSpPr>
        <p:spPr>
          <a:xfrm>
            <a:off x="7874000" y="3746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海关清关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F43EA3C-E4A3-4EA5-126D-C97CBC26C2D9}"/>
              </a:ext>
            </a:extLst>
          </p:cNvPr>
          <p:cNvSpPr txBox="1"/>
          <p:nvPr/>
        </p:nvSpPr>
        <p:spPr>
          <a:xfrm>
            <a:off x="10515600" y="37465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通过</a:t>
            </a: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FD4299AB-F444-A669-FF2C-17C5E99FDD60}"/>
              </a:ext>
            </a:extLst>
          </p:cNvPr>
          <p:cNvCxnSpPr/>
          <p:nvPr/>
        </p:nvCxnSpPr>
        <p:spPr>
          <a:xfrm>
            <a:off x="7874000" y="42164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7C771914-1362-47FE-90A3-7536C19A64AC}"/>
              </a:ext>
            </a:extLst>
          </p:cNvPr>
          <p:cNvSpPr txBox="1"/>
          <p:nvPr/>
        </p:nvSpPr>
        <p:spPr>
          <a:xfrm>
            <a:off x="7874000" y="4368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对抗压力测试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7317CE3-90CD-FBC9-6988-11FC605E044F}"/>
              </a:ext>
            </a:extLst>
          </p:cNvPr>
          <p:cNvSpPr txBox="1"/>
          <p:nvPr/>
        </p:nvSpPr>
        <p:spPr>
          <a:xfrm>
            <a:off x="10515600" y="43688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通过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C1C2793-4BA7-079B-0EA3-F74E708CB4B1}"/>
              </a:ext>
            </a:extLst>
          </p:cNvPr>
          <p:cNvCxnSpPr/>
          <p:nvPr/>
        </p:nvCxnSpPr>
        <p:spPr>
          <a:xfrm>
            <a:off x="7874000" y="4953000"/>
            <a:ext cx="33020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DD2BFBF5-5EFE-E912-D0A5-67D2307ACACA}"/>
              </a:ext>
            </a:extLst>
          </p:cNvPr>
          <p:cNvSpPr txBox="1"/>
          <p:nvPr/>
        </p:nvSpPr>
        <p:spPr>
          <a:xfrm>
            <a:off x="7874000" y="5181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100" b="1">
                <a:solidFill>
                  <a:srgbClr val="FFFFFF"/>
                </a:solidFill>
                <a:latin typeface="Microsoft YaHei" panose="020B0503020204020204" pitchFamily="34" charset="-122"/>
              </a:rPr>
              <a:t>放行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579FBA3-A3CA-E3C8-B9F3-3444287747B5}"/>
              </a:ext>
            </a:extLst>
          </p:cNvPr>
          <p:cNvSpPr txBox="1"/>
          <p:nvPr/>
        </p:nvSpPr>
        <p:spPr>
          <a:xfrm>
            <a:off x="9829800" y="5181600"/>
            <a:ext cx="134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700" b="1">
                <a:solidFill>
                  <a:srgbClr val="BFFF00"/>
                </a:solidFill>
                <a:latin typeface="Consolas" panose="020B0609020204030204" pitchFamily="49" charset="0"/>
              </a:rPr>
              <a:t>100 / 100</a:t>
            </a:r>
            <a:endParaRPr lang="zh-CN" altLang="en-US" sz="17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D5DEB786-4A93-8D45-3BB7-7CD026CBDC89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76C9F6C4-7D29-675B-AC8F-9154F7EBC9A4}"/>
              </a:ext>
            </a:extLst>
          </p:cNvPr>
          <p:cNvSpPr txBox="1"/>
          <p:nvPr/>
        </p:nvSpPr>
        <p:spPr>
          <a:xfrm>
            <a:off x="609600" y="6553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BEETRUST / 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本地 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E2E / 2026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年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9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月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18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日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2112994-C735-22B7-C6A1-0B8A49E5D237}"/>
              </a:ext>
            </a:extLst>
          </p:cNvPr>
          <p:cNvSpPr txBox="1"/>
          <p:nvPr/>
        </p:nvSpPr>
        <p:spPr>
          <a:xfrm>
            <a:off x="11049000" y="6527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 b="1">
                <a:solidFill>
                  <a:srgbClr val="F4F8FF"/>
                </a:solidFill>
                <a:latin typeface="Consolas" panose="020B0609020204030204" pitchFamily="49" charset="0"/>
              </a:rPr>
              <a:t>02</a:t>
            </a:r>
            <a:endParaRPr lang="zh-CN" altLang="en-US" sz="900" b="1">
              <a:solidFill>
                <a:srgbClr val="F4F8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15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E800F9A-BC63-A008-DD8C-7E76465846C2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7C42950-B15C-2E59-83D4-67B662D18D63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D4D7CC5-903A-716A-91A8-096BD2F235FF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09456A1-78AB-B342-B990-5959C0A605ED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B8CF629-C276-5BCD-B10E-20E9A6E60ABE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38F4CC8-838A-DFB8-895E-085C38E6C735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3E5A318-826F-7C6D-916E-3E379D45B813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C6E101B-8D2E-903C-6ECE-2FEC8C3057D7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A9F38B4-110A-86F4-70AE-92B13F573D1A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146B6B1-41BE-272E-230E-EAA890FE8F29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FC676F0-2786-9B6F-BAA8-F295B56B4493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D5588AF-5355-80B9-D7A5-7E6DFC1F8339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AC66A1F-E098-CF59-F758-FBE4142EC042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7E1B6EB-D5EB-DD6F-EEA3-E548AA9721DC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5537680-E2B5-B785-4AD1-6A5375BBA053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1B2D77F-6398-2A8E-4C52-8BE923BB76BC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B59E3F4-D3A1-800A-8A64-3556538D55B3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92BBFAB-2530-B631-AE75-4D96C1147515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72332AA-A53D-8803-5D25-8404C8735AC7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A345BCF-3336-0315-2032-B39ED7CB242E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897AC0A-6142-E68E-DE4E-F97693CCD907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FE49C14-52C2-EFB0-548D-A466DD0730CA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8A6A033-C0AE-ACBF-09BB-E32326013A7B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EED8FD0-603F-1328-832C-AD8D2D444777}"/>
              </a:ext>
            </a:extLst>
          </p:cNvPr>
          <p:cNvSpPr txBox="1"/>
          <p:nvPr/>
        </p:nvSpPr>
        <p:spPr>
          <a:xfrm>
            <a:off x="609600" y="40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02 / </a:t>
            </a:r>
            <a:r>
              <a:rPr lang="zh-CN" altLang="en-US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编排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A666B3A-3437-250F-7500-059D3800C0A1}"/>
              </a:ext>
            </a:extLst>
          </p:cNvPr>
          <p:cNvSpPr txBox="1"/>
          <p:nvPr/>
        </p:nvSpPr>
        <p:spPr>
          <a:xfrm>
            <a:off x="609600" y="685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900">
                <a:solidFill>
                  <a:srgbClr val="F4F8FF"/>
                </a:solidFill>
                <a:latin typeface="Microsoft YaHei" panose="020B0503020204020204" pitchFamily="34" charset="-122"/>
              </a:rPr>
              <a:t>这是一张工作流图，不是聊天机器人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FC6CC0A-EA91-CF2B-EF96-A49088537AEC}"/>
              </a:ext>
            </a:extLst>
          </p:cNvPr>
          <p:cNvSpPr txBox="1"/>
          <p:nvPr/>
        </p:nvSpPr>
        <p:spPr>
          <a:xfrm>
            <a:off x="609600" y="14224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A6B9D8"/>
                </a:solidFill>
                <a:latin typeface="Microsoft YaHei" panose="020B0503020204020204" pitchFamily="34" charset="-122"/>
              </a:rPr>
              <a:t>并行证据根汇聚到运营放行、对抗检查和最终监控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93667A4-B576-DD71-05BA-6CF6E24242EC}"/>
              </a:ext>
            </a:extLst>
          </p:cNvPr>
          <p:cNvCxnSpPr/>
          <p:nvPr/>
        </p:nvCxnSpPr>
        <p:spPr>
          <a:xfrm>
            <a:off x="2133600" y="3022600"/>
            <a:ext cx="0" cy="66040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360F2A1-A381-1A6C-71F7-70D290B39368}"/>
              </a:ext>
            </a:extLst>
          </p:cNvPr>
          <p:cNvCxnSpPr/>
          <p:nvPr/>
        </p:nvCxnSpPr>
        <p:spPr>
          <a:xfrm>
            <a:off x="4241800" y="3022600"/>
            <a:ext cx="0" cy="66040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7F46442-ABA6-5881-665E-8975BDA46776}"/>
              </a:ext>
            </a:extLst>
          </p:cNvPr>
          <p:cNvCxnSpPr/>
          <p:nvPr/>
        </p:nvCxnSpPr>
        <p:spPr>
          <a:xfrm>
            <a:off x="6350000" y="3022600"/>
            <a:ext cx="0" cy="66040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D80AC6D-15A0-F950-2DC5-2A8F09C8594B}"/>
              </a:ext>
            </a:extLst>
          </p:cNvPr>
          <p:cNvCxnSpPr/>
          <p:nvPr/>
        </p:nvCxnSpPr>
        <p:spPr>
          <a:xfrm>
            <a:off x="2133600" y="4546600"/>
            <a:ext cx="2108200" cy="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A3E0F1E-4407-7739-6583-E85A3050BE53}"/>
              </a:ext>
            </a:extLst>
          </p:cNvPr>
          <p:cNvCxnSpPr/>
          <p:nvPr/>
        </p:nvCxnSpPr>
        <p:spPr>
          <a:xfrm>
            <a:off x="6350000" y="4546600"/>
            <a:ext cx="2108200" cy="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592DAC7-046C-AF74-005B-7DC9D6D6CD48}"/>
              </a:ext>
            </a:extLst>
          </p:cNvPr>
          <p:cNvCxnSpPr/>
          <p:nvPr/>
        </p:nvCxnSpPr>
        <p:spPr>
          <a:xfrm>
            <a:off x="4241800" y="5410200"/>
            <a:ext cx="2108200" cy="0"/>
          </a:xfrm>
          <a:prstGeom prst="line">
            <a:avLst/>
          </a:prstGeom>
          <a:ln w="2032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BF6A780E-67A7-A964-AE36-0277AA3616A1}"/>
              </a:ext>
            </a:extLst>
          </p:cNvPr>
          <p:cNvSpPr/>
          <p:nvPr/>
        </p:nvSpPr>
        <p:spPr>
          <a:xfrm>
            <a:off x="965200" y="2159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A6B19AE-F665-143F-4FE6-C4305C7094BD}"/>
              </a:ext>
            </a:extLst>
          </p:cNvPr>
          <p:cNvSpPr/>
          <p:nvPr/>
        </p:nvSpPr>
        <p:spPr>
          <a:xfrm>
            <a:off x="965200" y="2159000"/>
            <a:ext cx="101600" cy="863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37479B7-D334-7CC3-4EC6-EC1AE6C45FA8}"/>
              </a:ext>
            </a:extLst>
          </p:cNvPr>
          <p:cNvSpPr txBox="1"/>
          <p:nvPr/>
        </p:nvSpPr>
        <p:spPr>
          <a:xfrm>
            <a:off x="12446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17EFF"/>
                </a:solidFill>
                <a:latin typeface="Consolas" panose="020B0609020204030204" pitchFamily="49" charset="0"/>
              </a:rPr>
              <a:t>01</a:t>
            </a:r>
            <a:endParaRPr lang="zh-CN" altLang="en-US" sz="1200" b="1">
              <a:solidFill>
                <a:srgbClr val="417EFF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4DD3059-4ED7-9B24-7876-E087E85DFB5A}"/>
              </a:ext>
            </a:extLst>
          </p:cNvPr>
          <p:cNvSpPr txBox="1"/>
          <p:nvPr/>
        </p:nvSpPr>
        <p:spPr>
          <a:xfrm>
            <a:off x="1701800" y="2273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指纹核验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55942CC-1D37-F832-4382-C1EB9FF0771D}"/>
              </a:ext>
            </a:extLst>
          </p:cNvPr>
          <p:cNvSpPr txBox="1"/>
          <p:nvPr/>
        </p:nvSpPr>
        <p:spPr>
          <a:xfrm>
            <a:off x="1701800" y="2603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实验室参考检查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13F0ECF-350B-D5DE-1372-F4750BC6FA90}"/>
              </a:ext>
            </a:extLst>
          </p:cNvPr>
          <p:cNvSpPr/>
          <p:nvPr/>
        </p:nvSpPr>
        <p:spPr>
          <a:xfrm>
            <a:off x="3073400" y="2159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429A221-D132-43CA-6370-E5949B9DBE35}"/>
              </a:ext>
            </a:extLst>
          </p:cNvPr>
          <p:cNvSpPr/>
          <p:nvPr/>
        </p:nvSpPr>
        <p:spPr>
          <a:xfrm>
            <a:off x="3073400" y="2159000"/>
            <a:ext cx="101600" cy="863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061CC6E-3FEA-A612-C74C-BD661C977E4C}"/>
              </a:ext>
            </a:extLst>
          </p:cNvPr>
          <p:cNvSpPr txBox="1"/>
          <p:nvPr/>
        </p:nvSpPr>
        <p:spPr>
          <a:xfrm>
            <a:off x="33528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17EFF"/>
                </a:solidFill>
                <a:latin typeface="Consolas" panose="020B0609020204030204" pitchFamily="49" charset="0"/>
              </a:rPr>
              <a:t>02</a:t>
            </a:r>
            <a:endParaRPr lang="zh-CN" altLang="en-US" sz="1200" b="1">
              <a:solidFill>
                <a:srgbClr val="417EFF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B051A22-0643-55C4-F1BA-8111686B1D18}"/>
              </a:ext>
            </a:extLst>
          </p:cNvPr>
          <p:cNvSpPr txBox="1"/>
          <p:nvPr/>
        </p:nvSpPr>
        <p:spPr>
          <a:xfrm>
            <a:off x="3810000" y="2273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保管链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BB05F80-B6A2-2DDF-4886-EF1E356EA84B}"/>
              </a:ext>
            </a:extLst>
          </p:cNvPr>
          <p:cNvSpPr txBox="1"/>
          <p:nvPr/>
        </p:nvSpPr>
        <p:spPr>
          <a:xfrm>
            <a:off x="3810000" y="2603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哈希链验证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CBCADB0-AC4C-3ACB-CAF9-A45B85951A17}"/>
              </a:ext>
            </a:extLst>
          </p:cNvPr>
          <p:cNvSpPr/>
          <p:nvPr/>
        </p:nvSpPr>
        <p:spPr>
          <a:xfrm>
            <a:off x="5181600" y="2159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DEEE2F0-B739-628D-9324-C76169F2372D}"/>
              </a:ext>
            </a:extLst>
          </p:cNvPr>
          <p:cNvSpPr/>
          <p:nvPr/>
        </p:nvSpPr>
        <p:spPr>
          <a:xfrm>
            <a:off x="5181600" y="2159000"/>
            <a:ext cx="101600" cy="8636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C14D886-24C1-6000-0577-352E2D659CDD}"/>
              </a:ext>
            </a:extLst>
          </p:cNvPr>
          <p:cNvSpPr txBox="1"/>
          <p:nvPr/>
        </p:nvSpPr>
        <p:spPr>
          <a:xfrm>
            <a:off x="5461000" y="2286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417EFF"/>
                </a:solidFill>
                <a:latin typeface="Consolas" panose="020B0609020204030204" pitchFamily="49" charset="0"/>
              </a:rPr>
              <a:t>03</a:t>
            </a:r>
            <a:endParaRPr lang="zh-CN" altLang="en-US" sz="1200" b="1">
              <a:solidFill>
                <a:srgbClr val="417EFF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651B7D1-942D-8B6B-458B-60E663C0B0F2}"/>
              </a:ext>
            </a:extLst>
          </p:cNvPr>
          <p:cNvSpPr txBox="1"/>
          <p:nvPr/>
        </p:nvSpPr>
        <p:spPr>
          <a:xfrm>
            <a:off x="5918200" y="2273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MPI </a:t>
            </a:r>
            <a:r>
              <a:rPr lang="zh-CN" altLang="en-US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准入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6999A4E-45F7-C08B-007F-00802D95B4ED}"/>
              </a:ext>
            </a:extLst>
          </p:cNvPr>
          <p:cNvSpPr txBox="1"/>
          <p:nvPr/>
        </p:nvSpPr>
        <p:spPr>
          <a:xfrm>
            <a:off x="5918200" y="2603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目的地规则快照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6D75477-A723-CB6B-B28E-5D9F9A3838C9}"/>
              </a:ext>
            </a:extLst>
          </p:cNvPr>
          <p:cNvSpPr/>
          <p:nvPr/>
        </p:nvSpPr>
        <p:spPr>
          <a:xfrm>
            <a:off x="3073400" y="3683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D8F9146-27A9-49CE-F3F8-5DE8C96301A1}"/>
              </a:ext>
            </a:extLst>
          </p:cNvPr>
          <p:cNvSpPr/>
          <p:nvPr/>
        </p:nvSpPr>
        <p:spPr>
          <a:xfrm>
            <a:off x="3073400" y="3683000"/>
            <a:ext cx="101600" cy="863600"/>
          </a:xfrm>
          <a:prstGeom prst="rect">
            <a:avLst/>
          </a:prstGeom>
          <a:solidFill>
            <a:srgbClr val="FFE400"/>
          </a:solidFill>
          <a:ln w="12700">
            <a:solidFill>
              <a:srgbClr val="FFE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D30173F-61FB-AED2-07F4-4B5E7FA3B861}"/>
              </a:ext>
            </a:extLst>
          </p:cNvPr>
          <p:cNvSpPr txBox="1"/>
          <p:nvPr/>
        </p:nvSpPr>
        <p:spPr>
          <a:xfrm>
            <a:off x="3352800" y="3810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FFE400"/>
                </a:solidFill>
                <a:latin typeface="Consolas" panose="020B0609020204030204" pitchFamily="49" charset="0"/>
              </a:rPr>
              <a:t>04</a:t>
            </a:r>
            <a:endParaRPr lang="zh-CN" altLang="en-US" sz="1200" b="1">
              <a:solidFill>
                <a:srgbClr val="FFE400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D354677-733E-9D45-7C84-A78110B3E953}"/>
              </a:ext>
            </a:extLst>
          </p:cNvPr>
          <p:cNvSpPr txBox="1"/>
          <p:nvPr/>
        </p:nvSpPr>
        <p:spPr>
          <a:xfrm>
            <a:off x="3810000" y="3797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海关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FD7683D-D298-5613-27C5-9413291AE738}"/>
              </a:ext>
            </a:extLst>
          </p:cNvPr>
          <p:cNvSpPr txBox="1"/>
          <p:nvPr/>
        </p:nvSpPr>
        <p:spPr>
          <a:xfrm>
            <a:off x="3810000" y="4127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文件 </a:t>
            </a:r>
            <a:r>
              <a:rPr lang="en-US" altLang="zh-CN" sz="900">
                <a:solidFill>
                  <a:srgbClr val="A6B9D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落地成本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0B98C01-172A-58CA-92D4-1CB123B10392}"/>
              </a:ext>
            </a:extLst>
          </p:cNvPr>
          <p:cNvSpPr/>
          <p:nvPr/>
        </p:nvSpPr>
        <p:spPr>
          <a:xfrm>
            <a:off x="7289800" y="36830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649D7E2-2B26-7087-49D5-FD154456E83C}"/>
              </a:ext>
            </a:extLst>
          </p:cNvPr>
          <p:cNvSpPr/>
          <p:nvPr/>
        </p:nvSpPr>
        <p:spPr>
          <a:xfrm>
            <a:off x="7289800" y="3683000"/>
            <a:ext cx="101600" cy="863600"/>
          </a:xfrm>
          <a:prstGeom prst="rect">
            <a:avLst/>
          </a:prstGeom>
          <a:solidFill>
            <a:srgbClr val="FF7C1C"/>
          </a:solidFill>
          <a:ln w="12700">
            <a:solidFill>
              <a:srgbClr val="FF7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AF0C052-A7EA-2016-DB8D-7378CD938CEA}"/>
              </a:ext>
            </a:extLst>
          </p:cNvPr>
          <p:cNvSpPr txBox="1"/>
          <p:nvPr/>
        </p:nvSpPr>
        <p:spPr>
          <a:xfrm>
            <a:off x="7569200" y="3810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FF7C1C"/>
                </a:solidFill>
                <a:latin typeface="Consolas" panose="020B0609020204030204" pitchFamily="49" charset="0"/>
              </a:rPr>
              <a:t>05</a:t>
            </a:r>
            <a:endParaRPr lang="zh-CN" altLang="en-US" sz="1200" b="1">
              <a:solidFill>
                <a:srgbClr val="FF7C1C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ABCCBE0-9684-8BE5-D2B2-BA339EB83436}"/>
              </a:ext>
            </a:extLst>
          </p:cNvPr>
          <p:cNvSpPr txBox="1"/>
          <p:nvPr/>
        </p:nvSpPr>
        <p:spPr>
          <a:xfrm>
            <a:off x="8026400" y="37973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对抗测试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6AFAFDB-EABC-4565-B989-A59D3DC7189E}"/>
              </a:ext>
            </a:extLst>
          </p:cNvPr>
          <p:cNvSpPr txBox="1"/>
          <p:nvPr/>
        </p:nvSpPr>
        <p:spPr>
          <a:xfrm>
            <a:off x="8026400" y="4127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六个受控故障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9856680-5BE3-FFC2-15D8-68D0DD22148A}"/>
              </a:ext>
            </a:extLst>
          </p:cNvPr>
          <p:cNvSpPr/>
          <p:nvPr/>
        </p:nvSpPr>
        <p:spPr>
          <a:xfrm>
            <a:off x="5181600" y="5283200"/>
            <a:ext cx="2336800" cy="863600"/>
          </a:xfrm>
          <a:prstGeom prst="rect">
            <a:avLst/>
          </a:prstGeom>
          <a:solidFill>
            <a:srgbClr val="132242"/>
          </a:solidFill>
          <a:ln w="12700">
            <a:solidFill>
              <a:srgbClr val="748F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EB0C06B-1866-992E-8713-6765B0564101}"/>
              </a:ext>
            </a:extLst>
          </p:cNvPr>
          <p:cNvSpPr/>
          <p:nvPr/>
        </p:nvSpPr>
        <p:spPr>
          <a:xfrm>
            <a:off x="5181600" y="5283200"/>
            <a:ext cx="101600" cy="863600"/>
          </a:xfrm>
          <a:prstGeom prst="rect">
            <a:avLst/>
          </a:prstGeom>
          <a:solidFill>
            <a:srgbClr val="12AE6F"/>
          </a:solidFill>
          <a:ln w="12700">
            <a:solidFill>
              <a:srgbClr val="12AE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6439037-F7F7-08C5-1647-3B3E6A885B62}"/>
              </a:ext>
            </a:extLst>
          </p:cNvPr>
          <p:cNvSpPr txBox="1"/>
          <p:nvPr/>
        </p:nvSpPr>
        <p:spPr>
          <a:xfrm>
            <a:off x="5461000" y="54102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12AE6F"/>
                </a:solidFill>
                <a:latin typeface="Consolas" panose="020B0609020204030204" pitchFamily="49" charset="0"/>
              </a:rPr>
              <a:t>06</a:t>
            </a:r>
            <a:endParaRPr lang="zh-CN" altLang="en-US" sz="1200" b="1">
              <a:solidFill>
                <a:srgbClr val="12AE6F"/>
              </a:solidFill>
              <a:latin typeface="Consolas" panose="020B06090202040302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4B7077E-F01B-DD42-E37A-E333FA86592A}"/>
              </a:ext>
            </a:extLst>
          </p:cNvPr>
          <p:cNvSpPr txBox="1"/>
          <p:nvPr/>
        </p:nvSpPr>
        <p:spPr>
          <a:xfrm>
            <a:off x="5918200" y="53975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 b="1">
                <a:solidFill>
                  <a:srgbClr val="F4F8FF"/>
                </a:solidFill>
                <a:latin typeface="Microsoft YaHei" panose="020B0503020204020204" pitchFamily="34" charset="-122"/>
              </a:rPr>
              <a:t>监控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E135350-8417-8D3D-C47C-A2D9AB8A8852}"/>
              </a:ext>
            </a:extLst>
          </p:cNvPr>
          <p:cNvSpPr txBox="1"/>
          <p:nvPr/>
        </p:nvSpPr>
        <p:spPr>
          <a:xfrm>
            <a:off x="5918200" y="5727700"/>
            <a:ext cx="144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A6B9D8"/>
                </a:solidFill>
                <a:latin typeface="Microsoft YaHei" panose="020B0503020204020204" pitchFamily="34" charset="-122"/>
              </a:rPr>
              <a:t>放行决策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6925E2A-B6BA-FE94-C725-7E8BFDDF87C3}"/>
              </a:ext>
            </a:extLst>
          </p:cNvPr>
          <p:cNvSpPr/>
          <p:nvPr/>
        </p:nvSpPr>
        <p:spPr>
          <a:xfrm>
            <a:off x="9982200" y="2159000"/>
            <a:ext cx="1600200" cy="3479800"/>
          </a:xfrm>
          <a:prstGeom prst="rect">
            <a:avLst/>
          </a:prstGeom>
          <a:solidFill>
            <a:srgbClr val="050B1E"/>
          </a:solidFill>
          <a:ln w="12700">
            <a:solidFill>
              <a:srgbClr val="050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40038CE-3951-B201-0951-82C487E92859}"/>
              </a:ext>
            </a:extLst>
          </p:cNvPr>
          <p:cNvSpPr txBox="1"/>
          <p:nvPr/>
        </p:nvSpPr>
        <p:spPr>
          <a:xfrm>
            <a:off x="10287000" y="2489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运行时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B1C398B-854E-AB7D-7205-D7F668680FF5}"/>
              </a:ext>
            </a:extLst>
          </p:cNvPr>
          <p:cNvSpPr txBox="1"/>
          <p:nvPr/>
        </p:nvSpPr>
        <p:spPr>
          <a:xfrm>
            <a:off x="10287000" y="2870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FFFFFF"/>
                </a:solidFill>
                <a:latin typeface="Consolas" panose="020B0609020204030204" pitchFamily="49" charset="0"/>
              </a:rPr>
              <a:t>3</a:t>
            </a:r>
            <a:endParaRPr lang="zh-CN" altLang="en-US" sz="3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32813DB-4657-E3A9-F415-5389239F3567}"/>
              </a:ext>
            </a:extLst>
          </p:cNvPr>
          <p:cNvSpPr txBox="1"/>
          <p:nvPr/>
        </p:nvSpPr>
        <p:spPr>
          <a:xfrm>
            <a:off x="10287000" y="35560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并行根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45DB8C16-C06B-17A8-E145-D1AEAC993661}"/>
              </a:ext>
            </a:extLst>
          </p:cNvPr>
          <p:cNvCxnSpPr/>
          <p:nvPr/>
        </p:nvCxnSpPr>
        <p:spPr>
          <a:xfrm>
            <a:off x="10287000" y="4064000"/>
            <a:ext cx="9906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C37E9584-EA5E-6F0E-D379-98343B68CA1E}"/>
              </a:ext>
            </a:extLst>
          </p:cNvPr>
          <p:cNvSpPr txBox="1"/>
          <p:nvPr/>
        </p:nvSpPr>
        <p:spPr>
          <a:xfrm>
            <a:off x="10287000" y="42672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BFFF00"/>
                </a:solidFill>
                <a:latin typeface="Consolas" panose="020B0609020204030204" pitchFamily="49" charset="0"/>
              </a:rPr>
              <a:t>10</a:t>
            </a:r>
            <a:endParaRPr lang="zh-CN" altLang="en-US" sz="3400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11FCCA93-0689-2AB5-235F-14DDAC8DB600}"/>
              </a:ext>
            </a:extLst>
          </p:cNvPr>
          <p:cNvSpPr txBox="1"/>
          <p:nvPr/>
        </p:nvSpPr>
        <p:spPr>
          <a:xfrm>
            <a:off x="10287000" y="49530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依赖边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47D2E4A-A146-5F16-DC7A-DBC46630CCAB}"/>
              </a:ext>
            </a:extLst>
          </p:cNvPr>
          <p:cNvSpPr txBox="1"/>
          <p:nvPr/>
        </p:nvSpPr>
        <p:spPr>
          <a:xfrm>
            <a:off x="10287000" y="53848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FFFFFF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阶段关键路径</a:t>
            </a: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FEC9F589-A06A-6C16-E12A-73F30DE78E50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4CF15C0B-2CCC-1F77-50BA-9006F820E4DF}"/>
              </a:ext>
            </a:extLst>
          </p:cNvPr>
          <p:cNvSpPr txBox="1"/>
          <p:nvPr/>
        </p:nvSpPr>
        <p:spPr>
          <a:xfrm>
            <a:off x="609600" y="6553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BEETRUST / 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本地 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E2E / 2026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年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9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月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18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日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6D2D569-212C-6396-3944-BC507AFC2926}"/>
              </a:ext>
            </a:extLst>
          </p:cNvPr>
          <p:cNvSpPr txBox="1"/>
          <p:nvPr/>
        </p:nvSpPr>
        <p:spPr>
          <a:xfrm>
            <a:off x="11049000" y="6527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 b="1">
                <a:solidFill>
                  <a:srgbClr val="F4F8FF"/>
                </a:solidFill>
                <a:latin typeface="Consolas" panose="020B0609020204030204" pitchFamily="49" charset="0"/>
              </a:rPr>
              <a:t>03</a:t>
            </a:r>
            <a:endParaRPr lang="zh-CN" altLang="en-US" sz="900" b="1">
              <a:solidFill>
                <a:srgbClr val="F4F8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47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5DAE849-5E5B-0C9E-F602-1712FFF1FE2E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8257173-4B36-E602-E105-425F6C8B0A6A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3942FE6-1007-0C9D-400A-B11E52D12161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B6E17C8-6C23-C59D-2540-4EF75C12DA22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C3AAD41-1A3C-6621-3F05-0964C654F5CA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5309995-C6BC-6ECE-2D85-E7E228AF48C8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6046BB6-1F6D-5DD4-6723-92F69256FF08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63BC231-2998-E2F2-70CB-D385187F8722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E4486FE-9D44-E4EA-421E-CC47739391CC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A6BB591-FFF9-9922-E970-F5FB6F10BFB7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152E237-C928-5B95-7115-02F7275DCDDC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691A245-1A5E-4FDB-D6C0-FA1401D7FE9B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FCD0C8B-4EAE-CB15-2C24-013934EDECDF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73B9923-3CB2-7596-5659-E0814658DDD9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33C6243-AD2D-B1D3-7E1A-675CDC687723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B795576-3A98-6552-8B3E-84A3F6E59E31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0AFB69E-6D0A-F0E7-30D5-696CDA6A37FB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4B183E9-9EAD-FA69-3E4D-7CAE561D6CCD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9DCE087-62EE-68D7-9404-BA99AB9451C3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A88331C-171C-B69E-BAFB-3343571DCBCA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F99A9C0-EBB0-BF8A-6F85-DB2102FB6217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EA3658B-E004-E42B-BB83-29CFA6CCF343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9162A34-C46D-335E-F6B7-DCFCAE915F8A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AFA5F91-F84A-12A6-78CB-7EEAB4D6A979}"/>
              </a:ext>
            </a:extLst>
          </p:cNvPr>
          <p:cNvSpPr txBox="1"/>
          <p:nvPr/>
        </p:nvSpPr>
        <p:spPr>
          <a:xfrm>
            <a:off x="609600" y="40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03 / </a:t>
            </a:r>
            <a:r>
              <a:rPr lang="zh-CN" altLang="en-US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运行时证据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EA5BD59-A88D-23D3-CE04-9031F90D596C}"/>
              </a:ext>
            </a:extLst>
          </p:cNvPr>
          <p:cNvSpPr txBox="1"/>
          <p:nvPr/>
        </p:nvSpPr>
        <p:spPr>
          <a:xfrm>
            <a:off x="609600" y="6858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900">
                <a:solidFill>
                  <a:srgbClr val="FFFFFF"/>
                </a:solidFill>
                <a:latin typeface="Microsoft YaHei" panose="020B0503020204020204" pitchFamily="34" charset="-122"/>
              </a:rPr>
              <a:t>证据在运行时可见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6761804-56F4-8DF6-B269-12791122F1C9}"/>
              </a:ext>
            </a:extLst>
          </p:cNvPr>
          <p:cNvSpPr txBox="1"/>
          <p:nvPr/>
        </p:nvSpPr>
        <p:spPr>
          <a:xfrm>
            <a:off x="609600" y="1346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748FBE"/>
                </a:solidFill>
                <a:latin typeface="Microsoft YaHei" panose="020B0503020204020204" pitchFamily="34" charset="-122"/>
              </a:rPr>
              <a:t>决策、编排与证据共同呈现在本地控制台。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E085987-F020-198A-FFD5-C2874E3AE842}"/>
              </a:ext>
            </a:extLst>
          </p:cNvPr>
          <p:cNvSpPr txBox="1"/>
          <p:nvPr/>
        </p:nvSpPr>
        <p:spPr>
          <a:xfrm>
            <a:off x="609600" y="2260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100">
                <a:solidFill>
                  <a:srgbClr val="BFFF00"/>
                </a:solidFill>
                <a:latin typeface="Microsoft YaHei" panose="020B0503020204020204" pitchFamily="34" charset="-122"/>
              </a:rPr>
              <a:t>放行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CC63115-2EB5-9B2A-4CD3-D94143B35B13}"/>
              </a:ext>
            </a:extLst>
          </p:cNvPr>
          <p:cNvSpPr txBox="1"/>
          <p:nvPr/>
        </p:nvSpPr>
        <p:spPr>
          <a:xfrm>
            <a:off x="609600" y="2895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500">
                <a:solidFill>
                  <a:srgbClr val="FFFFFF"/>
                </a:solidFill>
                <a:latin typeface="Consolas" panose="020B0609020204030204" pitchFamily="49" charset="0"/>
              </a:rPr>
              <a:t>100 / 100</a:t>
            </a:r>
            <a:endParaRPr lang="zh-CN" altLang="en-US" sz="35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8387403-D52F-F0AD-6766-3B14A6B2E94E}"/>
              </a:ext>
            </a:extLst>
          </p:cNvPr>
          <p:cNvSpPr txBox="1"/>
          <p:nvPr/>
        </p:nvSpPr>
        <p:spPr>
          <a:xfrm>
            <a:off x="609600" y="3733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道门通过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D2FE0EC-DFBD-7564-F3FF-4C791591E207}"/>
              </a:ext>
            </a:extLst>
          </p:cNvPr>
          <p:cNvCxnSpPr/>
          <p:nvPr/>
        </p:nvCxnSpPr>
        <p:spPr>
          <a:xfrm>
            <a:off x="609600" y="4318000"/>
            <a:ext cx="34544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3F5C8536-3731-1977-468E-ADBB5BA82249}"/>
              </a:ext>
            </a:extLst>
          </p:cNvPr>
          <p:cNvSpPr txBox="1"/>
          <p:nvPr/>
        </p:nvSpPr>
        <p:spPr>
          <a:xfrm>
            <a:off x="609600" y="4597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748FBE"/>
                </a:solidFill>
                <a:latin typeface="Microsoft YaHei" panose="020B0503020204020204" pitchFamily="34" charset="-122"/>
              </a:rPr>
              <a:t>所有决策证据都在一个运行时视图中。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6EE1B1B-B3F0-6F93-3907-72E9ACF339F8}"/>
              </a:ext>
            </a:extLst>
          </p:cNvPr>
          <p:cNvSpPr txBox="1"/>
          <p:nvPr/>
        </p:nvSpPr>
        <p:spPr>
          <a:xfrm>
            <a:off x="609600" y="55626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748FBE"/>
                </a:solidFill>
                <a:latin typeface="Microsoft YaHei" panose="020B0503020204020204" pitchFamily="34" charset="-122"/>
              </a:rPr>
              <a:t>截图：</a:t>
            </a:r>
            <a:r>
              <a:rPr lang="en-US" altLang="zh-CN" sz="900">
                <a:solidFill>
                  <a:srgbClr val="748FBE"/>
                </a:solidFill>
                <a:latin typeface="Microsoft YaHei" panose="020B0503020204020204" pitchFamily="34" charset="-122"/>
              </a:rPr>
              <a:t>npm run demo</a:t>
            </a:r>
            <a:endParaRPr lang="zh-CN" altLang="en-US" sz="900">
              <a:solidFill>
                <a:srgbClr val="748FB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760714-CE8B-26FE-B40A-033E537115DF}"/>
              </a:ext>
            </a:extLst>
          </p:cNvPr>
          <p:cNvSpPr/>
          <p:nvPr/>
        </p:nvSpPr>
        <p:spPr>
          <a:xfrm>
            <a:off x="5130800" y="1879600"/>
            <a:ext cx="6451600" cy="474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 descr="Local BeeTrust dashboard showing the release decision and evidence matrix">
            <a:extLst>
              <a:ext uri="{FF2B5EF4-FFF2-40B4-BE49-F238E27FC236}">
                <a16:creationId xmlns:a16="http://schemas.microsoft.com/office/drawing/2014/main" id="{36657A41-6EA7-58D2-4E50-D972783FEE0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981200"/>
            <a:ext cx="6045200" cy="45339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8F8B2102-56B4-105F-8BED-27B078020E24}"/>
              </a:ext>
            </a:extLst>
          </p:cNvPr>
          <p:cNvSpPr txBox="1"/>
          <p:nvPr/>
        </p:nvSpPr>
        <p:spPr>
          <a:xfrm>
            <a:off x="11049000" y="6070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04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578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087661CC-8619-745C-ED7D-97D6B8D0A2D0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E2A93CB-3075-8BDC-9FEB-BDBC7030F73A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D9268F4-369D-CBA6-5A36-F8152A8BFAB5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DE36DE4-9A7E-65A4-F418-A69E4D5B9A75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93DF9F8-E992-8B13-DD71-A505FCF50E8F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7616943-06E4-08CF-2B14-78BDFCC39E48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77B489C-279A-ACBD-33A5-997F1CCEF7EC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B82A053-25C8-234E-4525-C9874EC1A887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D5C0087-CE44-8ACD-E90C-1C5DFB567890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48BCF26-6C99-401D-A055-38DEBCFC654E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81425B8-A375-740B-C53F-08553D47B2DD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D3C870A-4A1D-D230-3ECE-AB815B37D2E4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3D46816-7E4C-7836-B3FC-208582861BD9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39AA6CE-BC47-5FF2-C58C-302FF9476CA2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AA97C1E-AB84-6A89-CA4F-8A129CFE1068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A9000D4-24C0-30DD-340A-13A8C5EAB695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01142D6-E424-16E3-80F3-ECEB1D3692F4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CA8A26A-A64C-947F-10B0-6A4BAA5FC377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EBA3E86-C37E-8964-2C39-514FDD2EB9C2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F16F121-C9B3-E49D-3303-768235A5A1F8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456E164-F175-9350-9CA6-B4751ED4FDAF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E3F0033-BC4D-AB12-35E1-D8CC3D67B2E7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6F321F0-C2A6-0BB6-493E-7A3E545F981B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E05EDD5C-91C8-D088-28CD-07188E58FAA5}"/>
              </a:ext>
            </a:extLst>
          </p:cNvPr>
          <p:cNvSpPr txBox="1"/>
          <p:nvPr/>
        </p:nvSpPr>
        <p:spPr>
          <a:xfrm>
            <a:off x="609600" y="406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04 / </a:t>
            </a:r>
            <a:r>
              <a:rPr lang="zh-CN" altLang="en-US" sz="900" b="1">
                <a:solidFill>
                  <a:srgbClr val="417EFF"/>
                </a:solidFill>
                <a:latin typeface="Microsoft YaHei" panose="020B0503020204020204" pitchFamily="34" charset="-122"/>
              </a:rPr>
              <a:t>保障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F557C34-F2C3-EC78-C902-E4710C0FE617}"/>
              </a:ext>
            </a:extLst>
          </p:cNvPr>
          <p:cNvSpPr txBox="1"/>
          <p:nvPr/>
        </p:nvSpPr>
        <p:spPr>
          <a:xfrm>
            <a:off x="609600" y="685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900">
                <a:solidFill>
                  <a:srgbClr val="F4F8FF"/>
                </a:solidFill>
                <a:latin typeface="Microsoft YaHei" panose="020B0503020204020204" pitchFamily="34" charset="-122"/>
              </a:rPr>
              <a:t>失败即阻断，是产品的一部分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EE7699-4F6A-44E4-C8F1-DB07B24E0840}"/>
              </a:ext>
            </a:extLst>
          </p:cNvPr>
          <p:cNvSpPr txBox="1"/>
          <p:nvPr/>
        </p:nvSpPr>
        <p:spPr>
          <a:xfrm>
            <a:off x="609600" y="14224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A6B9D8"/>
                </a:solidFill>
                <a:latin typeface="Microsoft YaHei" panose="020B0503020204020204" pitchFamily="34" charset="-122"/>
              </a:rPr>
              <a:t>对抗阶段在运营输出组装后注入故障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F08D18-2293-FFAF-2DAE-7217C87EF998}"/>
              </a:ext>
            </a:extLst>
          </p:cNvPr>
          <p:cNvSpPr/>
          <p:nvPr/>
        </p:nvSpPr>
        <p:spPr>
          <a:xfrm>
            <a:off x="609600" y="2082800"/>
            <a:ext cx="3048000" cy="4140200"/>
          </a:xfrm>
          <a:prstGeom prst="rect">
            <a:avLst/>
          </a:prstGeom>
          <a:solidFill>
            <a:srgbClr val="050B1E"/>
          </a:solidFill>
          <a:ln w="12700">
            <a:solidFill>
              <a:srgbClr val="050B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 descr="Local dashboard showing adversarial simulation and runtime SkillMessage timeline">
            <a:extLst>
              <a:ext uri="{FF2B5EF4-FFF2-40B4-BE49-F238E27FC236}">
                <a16:creationId xmlns:a16="http://schemas.microsoft.com/office/drawing/2014/main" id="{DF85E16D-AEDD-6FA8-C4A5-D48EB65566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235200"/>
            <a:ext cx="2794000" cy="3835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1F93E8E8-7421-2FA7-7CC4-640527733607}"/>
              </a:ext>
            </a:extLst>
          </p:cNvPr>
          <p:cNvSpPr txBox="1"/>
          <p:nvPr/>
        </p:nvSpPr>
        <p:spPr>
          <a:xfrm>
            <a:off x="4419600" y="21082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700">
                <a:solidFill>
                  <a:srgbClr val="FF4A60"/>
                </a:solidFill>
                <a:latin typeface="Consolas" panose="020B0609020204030204" pitchFamily="49" charset="0"/>
              </a:rPr>
              <a:t>6 / 6</a:t>
            </a:r>
            <a:endParaRPr lang="zh-CN" altLang="en-US" sz="4700">
              <a:solidFill>
                <a:srgbClr val="FF4A60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8C0ACA8-6425-0E02-238F-D32B36F1EF73}"/>
              </a:ext>
            </a:extLst>
          </p:cNvPr>
          <p:cNvSpPr txBox="1"/>
          <p:nvPr/>
        </p:nvSpPr>
        <p:spPr>
          <a:xfrm>
            <a:off x="4445000" y="28702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故障已阻断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3D7958F-E2E7-FF33-6799-4677D9223027}"/>
              </a:ext>
            </a:extLst>
          </p:cNvPr>
          <p:cNvCxnSpPr/>
          <p:nvPr/>
        </p:nvCxnSpPr>
        <p:spPr>
          <a:xfrm>
            <a:off x="4419600" y="34290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9E2CE81C-CB68-D9B1-66F5-036DC61BBEA4}"/>
              </a:ext>
            </a:extLst>
          </p:cNvPr>
          <p:cNvSpPr txBox="1"/>
          <p:nvPr/>
        </p:nvSpPr>
        <p:spPr>
          <a:xfrm>
            <a:off x="4419600" y="35433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指纹不匹配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6B94DB8-FDA9-A239-64C6-331B8CA76874}"/>
              </a:ext>
            </a:extLst>
          </p:cNvPr>
          <p:cNvSpPr txBox="1"/>
          <p:nvPr/>
        </p:nvSpPr>
        <p:spPr>
          <a:xfrm>
            <a:off x="10490200" y="35433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FF4A60"/>
                </a:solidFill>
                <a:latin typeface="Microsoft YaHei" panose="020B0503020204020204" pitchFamily="34" charset="-122"/>
              </a:rPr>
              <a:t>已阻断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51962A7-D97B-FD7F-8581-922B29D6851C}"/>
              </a:ext>
            </a:extLst>
          </p:cNvPr>
          <p:cNvCxnSpPr/>
          <p:nvPr/>
        </p:nvCxnSpPr>
        <p:spPr>
          <a:xfrm>
            <a:off x="4419600" y="38227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40C421B1-70DC-73CC-FD27-F266BDE3A98E}"/>
              </a:ext>
            </a:extLst>
          </p:cNvPr>
          <p:cNvSpPr txBox="1"/>
          <p:nvPr/>
        </p:nvSpPr>
        <p:spPr>
          <a:xfrm>
            <a:off x="4419600" y="3937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批次 </a:t>
            </a:r>
            <a:r>
              <a:rPr lang="en-US" altLang="zh-CN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ID </a:t>
            </a:r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被篡改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E69A6D2-773D-BD3E-6252-77C049A97E2E}"/>
              </a:ext>
            </a:extLst>
          </p:cNvPr>
          <p:cNvSpPr txBox="1"/>
          <p:nvPr/>
        </p:nvSpPr>
        <p:spPr>
          <a:xfrm>
            <a:off x="10490200" y="39370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FF4A60"/>
                </a:solidFill>
                <a:latin typeface="Microsoft YaHei" panose="020B0503020204020204" pitchFamily="34" charset="-122"/>
              </a:rPr>
              <a:t>已阻断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35AEA06-21C4-5023-9F1D-6E679956F03D}"/>
              </a:ext>
            </a:extLst>
          </p:cNvPr>
          <p:cNvCxnSpPr/>
          <p:nvPr/>
        </p:nvCxnSpPr>
        <p:spPr>
          <a:xfrm>
            <a:off x="4419600" y="42164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BA8411C2-2370-23D1-042F-E5BBD57D8C09}"/>
              </a:ext>
            </a:extLst>
          </p:cNvPr>
          <p:cNvSpPr txBox="1"/>
          <p:nvPr/>
        </p:nvSpPr>
        <p:spPr>
          <a:xfrm>
            <a:off x="4419600" y="43307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文件缺失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7791042-5A00-A1FA-2D6D-562AB003C090}"/>
              </a:ext>
            </a:extLst>
          </p:cNvPr>
          <p:cNvSpPr txBox="1"/>
          <p:nvPr/>
        </p:nvSpPr>
        <p:spPr>
          <a:xfrm>
            <a:off x="10490200" y="43307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FF4A60"/>
                </a:solidFill>
                <a:latin typeface="Microsoft YaHei" panose="020B0503020204020204" pitchFamily="34" charset="-122"/>
              </a:rPr>
              <a:t>已阻断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ED0419B3-8945-40ED-2846-FBB9FCEB7021}"/>
              </a:ext>
            </a:extLst>
          </p:cNvPr>
          <p:cNvCxnSpPr/>
          <p:nvPr/>
        </p:nvCxnSpPr>
        <p:spPr>
          <a:xfrm>
            <a:off x="4419600" y="46101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D426EA02-ECB3-CBFE-D445-264782A701DC}"/>
              </a:ext>
            </a:extLst>
          </p:cNvPr>
          <p:cNvSpPr txBox="1"/>
          <p:nvPr/>
        </p:nvSpPr>
        <p:spPr>
          <a:xfrm>
            <a:off x="4419600" y="4724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数量不匹配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110320F-AA57-8431-CF48-096DBDA017AF}"/>
              </a:ext>
            </a:extLst>
          </p:cNvPr>
          <p:cNvSpPr txBox="1"/>
          <p:nvPr/>
        </p:nvSpPr>
        <p:spPr>
          <a:xfrm>
            <a:off x="10490200" y="47244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FF4A60"/>
                </a:solidFill>
                <a:latin typeface="Microsoft YaHei" panose="020B0503020204020204" pitchFamily="34" charset="-122"/>
              </a:rPr>
              <a:t>已阻断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5EA0C36-5128-8019-63F0-0AEEDCBCB5EE}"/>
              </a:ext>
            </a:extLst>
          </p:cNvPr>
          <p:cNvCxnSpPr/>
          <p:nvPr/>
        </p:nvCxnSpPr>
        <p:spPr>
          <a:xfrm>
            <a:off x="4419600" y="50038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A515B41A-B66A-92F3-DE95-E8E726BC3728}"/>
              </a:ext>
            </a:extLst>
          </p:cNvPr>
          <p:cNvSpPr txBox="1"/>
          <p:nvPr/>
        </p:nvSpPr>
        <p:spPr>
          <a:xfrm>
            <a:off x="4419600" y="51181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目的地变更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014327C-6058-26E0-C194-B2BD0FD20AC2}"/>
              </a:ext>
            </a:extLst>
          </p:cNvPr>
          <p:cNvSpPr txBox="1"/>
          <p:nvPr/>
        </p:nvSpPr>
        <p:spPr>
          <a:xfrm>
            <a:off x="10490200" y="51181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FF4A60"/>
                </a:solidFill>
                <a:latin typeface="Microsoft YaHei" panose="020B0503020204020204" pitchFamily="34" charset="-122"/>
              </a:rPr>
              <a:t>已阻断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12F8D9B-0F3F-2098-32F2-B02806306A28}"/>
              </a:ext>
            </a:extLst>
          </p:cNvPr>
          <p:cNvCxnSpPr/>
          <p:nvPr/>
        </p:nvCxnSpPr>
        <p:spPr>
          <a:xfrm>
            <a:off x="4419600" y="5397500"/>
            <a:ext cx="716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2E0DF2D7-DAFE-554C-77AC-F6206DAF6717}"/>
              </a:ext>
            </a:extLst>
          </p:cNvPr>
          <p:cNvSpPr txBox="1"/>
          <p:nvPr/>
        </p:nvSpPr>
        <p:spPr>
          <a:xfrm>
            <a:off x="4419600" y="5511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 b="1">
                <a:solidFill>
                  <a:srgbClr val="F4F8FF"/>
                </a:solidFill>
                <a:latin typeface="Microsoft YaHei" panose="020B0503020204020204" pitchFamily="34" charset="-122"/>
              </a:rPr>
              <a:t>规则版本冲突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FA31708-D334-FDF1-C79F-52F668496F31}"/>
              </a:ext>
            </a:extLst>
          </p:cNvPr>
          <p:cNvSpPr txBox="1"/>
          <p:nvPr/>
        </p:nvSpPr>
        <p:spPr>
          <a:xfrm>
            <a:off x="10490200" y="5511800"/>
            <a:ext cx="1092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 b="1">
                <a:solidFill>
                  <a:srgbClr val="FF4A60"/>
                </a:solidFill>
                <a:latin typeface="Microsoft YaHei" panose="020B0503020204020204" pitchFamily="34" charset="-122"/>
              </a:rPr>
              <a:t>已阻断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6DE5327-60F0-27CA-534E-57A76676F79E}"/>
              </a:ext>
            </a:extLst>
          </p:cNvPr>
          <p:cNvSpPr txBox="1"/>
          <p:nvPr/>
        </p:nvSpPr>
        <p:spPr>
          <a:xfrm>
            <a:off x="4419600" y="59436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>
                <a:solidFill>
                  <a:srgbClr val="A6B9D8"/>
                </a:solidFill>
                <a:latin typeface="Consolas" panose="020B0609020204030204" pitchFamily="49" charset="0"/>
              </a:rPr>
              <a:t>12 </a:t>
            </a:r>
            <a:r>
              <a:rPr lang="zh-CN" altLang="en-US" sz="900">
                <a:solidFill>
                  <a:srgbClr val="A6B9D8"/>
                </a:solidFill>
                <a:latin typeface="Consolas" panose="020B0609020204030204" pitchFamily="49" charset="0"/>
              </a:rPr>
              <a:t>个运行时事件 </a:t>
            </a:r>
            <a:r>
              <a:rPr lang="en-US" altLang="zh-CN" sz="900">
                <a:solidFill>
                  <a:srgbClr val="A6B9D8"/>
                </a:solidFill>
                <a:latin typeface="Consolas" panose="020B0609020204030204" pitchFamily="49" charset="0"/>
              </a:rPr>
              <a:t>/ SkillMessage/v1</a:t>
            </a:r>
            <a:endParaRPr lang="zh-CN" altLang="en-US" sz="900">
              <a:solidFill>
                <a:srgbClr val="A6B9D8"/>
              </a:solidFill>
              <a:latin typeface="Consolas" panose="020B0609020204030204" pitchFamily="49" charset="0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878B2A8-0AB3-590A-9398-70C42D69F95C}"/>
              </a:ext>
            </a:extLst>
          </p:cNvPr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EE43041A-821A-2969-EAFA-0ABF9DF71CDD}"/>
              </a:ext>
            </a:extLst>
          </p:cNvPr>
          <p:cNvSpPr txBox="1"/>
          <p:nvPr/>
        </p:nvSpPr>
        <p:spPr>
          <a:xfrm>
            <a:off x="609600" y="65532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BEETRUST / 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本地 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E2E / 2026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年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9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月</a:t>
            </a:r>
            <a:r>
              <a:rPr lang="en-US" altLang="zh-CN" sz="800">
                <a:solidFill>
                  <a:srgbClr val="A6B9D8"/>
                </a:solidFill>
                <a:latin typeface="Microsoft YaHei" panose="020B0503020204020204" pitchFamily="34" charset="-122"/>
              </a:rPr>
              <a:t>18</a:t>
            </a:r>
            <a:r>
              <a:rPr lang="zh-CN" altLang="en-US" sz="800">
                <a:solidFill>
                  <a:srgbClr val="A6B9D8"/>
                </a:solidFill>
                <a:latin typeface="Microsoft YaHei" panose="020B0503020204020204" pitchFamily="34" charset="-122"/>
              </a:rPr>
              <a:t>日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673B8C6-21C5-811C-F867-634CCA90098C}"/>
              </a:ext>
            </a:extLst>
          </p:cNvPr>
          <p:cNvSpPr txBox="1"/>
          <p:nvPr/>
        </p:nvSpPr>
        <p:spPr>
          <a:xfrm>
            <a:off x="11049000" y="65278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900" b="1">
                <a:solidFill>
                  <a:srgbClr val="F4F8FF"/>
                </a:solidFill>
                <a:latin typeface="Consolas" panose="020B0609020204030204" pitchFamily="49" charset="0"/>
              </a:rPr>
              <a:t>05</a:t>
            </a:r>
            <a:endParaRPr lang="zh-CN" altLang="en-US" sz="900" b="1">
              <a:solidFill>
                <a:srgbClr val="F4F8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66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EF30FA7-85C2-E219-A145-A0F1C5C44D81}"/>
              </a:ext>
            </a:extLst>
          </p:cNvPr>
          <p:cNvSpPr/>
          <p:nvPr/>
        </p:nvSpPr>
        <p:spPr>
          <a:xfrm>
            <a:off x="4191000" y="2997200"/>
            <a:ext cx="3302000" cy="3302000"/>
          </a:xfrm>
          <a:prstGeom prst="ellipse">
            <a:avLst/>
          </a:prstGeom>
          <a:solidFill>
            <a:srgbClr val="00DC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3991705-4933-FDB9-023B-A0A8E9243A73}"/>
              </a:ext>
            </a:extLst>
          </p:cNvPr>
          <p:cNvSpPr/>
          <p:nvPr/>
        </p:nvSpPr>
        <p:spPr>
          <a:xfrm>
            <a:off x="-1371600" y="4343400"/>
            <a:ext cx="3810000" cy="3810000"/>
          </a:xfrm>
          <a:prstGeom prst="ellipse">
            <a:avLst/>
          </a:prstGeom>
          <a:solidFill>
            <a:srgbClr val="AA36FF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938A570-894C-A979-CF3F-BAD397C9E7D3}"/>
              </a:ext>
            </a:extLst>
          </p:cNvPr>
          <p:cNvSpPr/>
          <p:nvPr/>
        </p:nvSpPr>
        <p:spPr>
          <a:xfrm>
            <a:off x="8585200" y="-1168400"/>
            <a:ext cx="4318000" cy="4318000"/>
          </a:xfrm>
          <a:prstGeom prst="ellipse">
            <a:avLst/>
          </a:prstGeom>
          <a:solidFill>
            <a:srgbClr val="417EFF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254000"/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A7E73C-81C5-B8F5-FE77-1E6379E6ABF3}"/>
              </a:ext>
            </a:extLst>
          </p:cNvPr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DE151FD-757D-0839-6A7C-921B3C6BD8D5}"/>
              </a:ext>
            </a:extLst>
          </p:cNvPr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51F01D6-43FA-7B06-2D25-27536C683C66}"/>
              </a:ext>
            </a:extLst>
          </p:cNvPr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7EA0BF-8EBE-0427-4BF1-674DC38057B7}"/>
              </a:ext>
            </a:extLst>
          </p:cNvPr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90CCE2B-54DB-AAAF-920D-ADF2FE0B9F00}"/>
              </a:ext>
            </a:extLst>
          </p:cNvPr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882F8C8-5C87-E9F2-0383-4C953219816B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3212D83-A012-823C-87F4-556A70BF2133}"/>
              </a:ext>
            </a:extLst>
          </p:cNvPr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C203A90-9420-639D-9BA4-98792A15A6A1}"/>
              </a:ext>
            </a:extLst>
          </p:cNvPr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B4C929B-F7BE-C7B5-F092-2788E17D9508}"/>
              </a:ext>
            </a:extLst>
          </p:cNvPr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8F7619E-289E-6FFC-75AF-7B4E13BBF794}"/>
              </a:ext>
            </a:extLst>
          </p:cNvPr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9ACBE35-2E8C-87E8-7027-28C9AF0D66DF}"/>
              </a:ext>
            </a:extLst>
          </p:cNvPr>
          <p:cNvCxnSpPr/>
          <p:nvPr/>
        </p:nvCxnSpPr>
        <p:spPr>
          <a:xfrm>
            <a:off x="0" y="863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938E2E0-C522-DD23-1E44-B7C46BAF65E7}"/>
              </a:ext>
            </a:extLst>
          </p:cNvPr>
          <p:cNvCxnSpPr/>
          <p:nvPr/>
        </p:nvCxnSpPr>
        <p:spPr>
          <a:xfrm>
            <a:off x="0" y="1676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27CA4F0-BF91-0A4E-D0CF-B678A022B61E}"/>
              </a:ext>
            </a:extLst>
          </p:cNvPr>
          <p:cNvCxnSpPr/>
          <p:nvPr/>
        </p:nvCxnSpPr>
        <p:spPr>
          <a:xfrm>
            <a:off x="0" y="2489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AD14DEF-0DF6-B512-60F1-264B3D01D736}"/>
              </a:ext>
            </a:extLst>
          </p:cNvPr>
          <p:cNvCxnSpPr/>
          <p:nvPr/>
        </p:nvCxnSpPr>
        <p:spPr>
          <a:xfrm>
            <a:off x="0" y="33020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20A5BA9-074A-206E-1C3E-A06C552660B0}"/>
              </a:ext>
            </a:extLst>
          </p:cNvPr>
          <p:cNvCxnSpPr/>
          <p:nvPr/>
        </p:nvCxnSpPr>
        <p:spPr>
          <a:xfrm>
            <a:off x="0" y="41148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BC7ACF1-EFAF-3B6F-1E4F-36C9B671C20E}"/>
              </a:ext>
            </a:extLst>
          </p:cNvPr>
          <p:cNvCxnSpPr/>
          <p:nvPr/>
        </p:nvCxnSpPr>
        <p:spPr>
          <a:xfrm>
            <a:off x="0" y="49276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74FC764-7167-DB83-A0E1-C31ABBFECC1E}"/>
              </a:ext>
            </a:extLst>
          </p:cNvPr>
          <p:cNvCxnSpPr/>
          <p:nvPr/>
        </p:nvCxnSpPr>
        <p:spPr>
          <a:xfrm>
            <a:off x="0" y="57404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63B8147-4DB7-EF70-C3BC-3227C97D6446}"/>
              </a:ext>
            </a:extLst>
          </p:cNvPr>
          <p:cNvCxnSpPr/>
          <p:nvPr/>
        </p:nvCxnSpPr>
        <p:spPr>
          <a:xfrm>
            <a:off x="0" y="6553200"/>
            <a:ext cx="12192000" cy="0"/>
          </a:xfrm>
          <a:prstGeom prst="line">
            <a:avLst/>
          </a:prstGeom>
          <a:ln w="5715" cap="flat" cmpd="sng" algn="ctr">
            <a:solidFill>
              <a:srgbClr val="417EFF">
                <a:alpha val="9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4BE44E0-CF6E-72D2-F466-CCECF3EBC82D}"/>
              </a:ext>
            </a:extLst>
          </p:cNvPr>
          <p:cNvCxnSpPr/>
          <p:nvPr/>
        </p:nvCxnSpPr>
        <p:spPr>
          <a:xfrm>
            <a:off x="8890000" y="0"/>
            <a:ext cx="3302000" cy="2032000"/>
          </a:xfrm>
          <a:prstGeom prst="line">
            <a:avLst/>
          </a:prstGeom>
          <a:ln w="12700" cap="flat" cmpd="sng" algn="ctr">
            <a:solidFill>
              <a:srgbClr val="BFFF00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EA7A945-9218-88D2-BB91-E48F2ADA9AB8}"/>
              </a:ext>
            </a:extLst>
          </p:cNvPr>
          <p:cNvCxnSpPr/>
          <p:nvPr/>
        </p:nvCxnSpPr>
        <p:spPr>
          <a:xfrm>
            <a:off x="0" y="5791200"/>
            <a:ext cx="3175000" cy="1066800"/>
          </a:xfrm>
          <a:prstGeom prst="line">
            <a:avLst/>
          </a:prstGeom>
          <a:ln w="12700" cap="flat" cmpd="sng" algn="ctr">
            <a:solidFill>
              <a:srgbClr val="417EFF">
                <a:alpha val="2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917C9AB-5DA0-F503-A456-35DA5DA7C85E}"/>
              </a:ext>
            </a:extLst>
          </p:cNvPr>
          <p:cNvSpPr txBox="1"/>
          <p:nvPr/>
        </p:nvSpPr>
        <p:spPr>
          <a:xfrm>
            <a:off x="609600" y="431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05 / </a:t>
            </a:r>
            <a:r>
              <a:rPr lang="zh-CN" altLang="en-US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交接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4813EC-5702-C50B-282E-6EF37F2842EC}"/>
              </a:ext>
            </a:extLst>
          </p:cNvPr>
          <p:cNvSpPr txBox="1"/>
          <p:nvPr/>
        </p:nvSpPr>
        <p:spPr>
          <a:xfrm>
            <a:off x="609600" y="7874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200">
                <a:solidFill>
                  <a:srgbClr val="FFFFFF"/>
                </a:solidFill>
                <a:latin typeface="Microsoft YaHei" panose="020B0503020204020204" pitchFamily="34" charset="-122"/>
              </a:rPr>
              <a:t>一台笔记本即可面向评委演示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3E935F-19F7-0A2E-1CCC-5F39937FDC7A}"/>
              </a:ext>
            </a:extLst>
          </p:cNvPr>
          <p:cNvSpPr txBox="1"/>
          <p:nvPr/>
        </p:nvSpPr>
        <p:spPr>
          <a:xfrm>
            <a:off x="609600" y="1498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748FBE"/>
                </a:solidFill>
                <a:latin typeface="Microsoft YaHei" panose="020B0503020204020204" pitchFamily="34" charset="-122"/>
              </a:rPr>
              <a:t>本地包可测试、可复现，随时可以演示。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F688220-71E5-4604-1574-08B2157049D8}"/>
              </a:ext>
            </a:extLst>
          </p:cNvPr>
          <p:cNvSpPr txBox="1"/>
          <p:nvPr/>
        </p:nvSpPr>
        <p:spPr>
          <a:xfrm>
            <a:off x="609600" y="2489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BFFF00"/>
                </a:solidFill>
                <a:latin typeface="Consolas" panose="020B0609020204030204" pitchFamily="49" charset="0"/>
              </a:rPr>
              <a:t>192</a:t>
            </a:r>
            <a:endParaRPr lang="zh-CN" altLang="en-US" sz="3400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18A6C08-B14B-3B96-D7EA-1AAA9B81D064}"/>
              </a:ext>
            </a:extLst>
          </p:cNvPr>
          <p:cNvSpPr txBox="1"/>
          <p:nvPr/>
        </p:nvSpPr>
        <p:spPr>
          <a:xfrm>
            <a:off x="609600" y="31750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自测通过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23047C7-8991-6D8F-D92C-9167063603FA}"/>
              </a:ext>
            </a:extLst>
          </p:cNvPr>
          <p:cNvSpPr txBox="1"/>
          <p:nvPr/>
        </p:nvSpPr>
        <p:spPr>
          <a:xfrm>
            <a:off x="3276600" y="2489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FFFFFF"/>
                </a:solidFill>
                <a:latin typeface="Consolas" panose="020B0609020204030204" pitchFamily="49" charset="0"/>
              </a:rPr>
              <a:t>7</a:t>
            </a:r>
            <a:endParaRPr lang="zh-CN" altLang="en-US" sz="3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45F70AE-3473-ACC1-C033-A5810B0AAD91}"/>
              </a:ext>
            </a:extLst>
          </p:cNvPr>
          <p:cNvSpPr txBox="1"/>
          <p:nvPr/>
        </p:nvSpPr>
        <p:spPr>
          <a:xfrm>
            <a:off x="3276600" y="31750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SKILLS </a:t>
            </a:r>
            <a:r>
              <a:rPr lang="zh-CN" altLang="en-US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已注册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08A3CEE-58EC-6B70-B55C-B0089E49EAFC}"/>
              </a:ext>
            </a:extLst>
          </p:cNvPr>
          <p:cNvSpPr txBox="1"/>
          <p:nvPr/>
        </p:nvSpPr>
        <p:spPr>
          <a:xfrm>
            <a:off x="5816600" y="24892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3400">
                <a:solidFill>
                  <a:srgbClr val="FF7C1C"/>
                </a:solidFill>
                <a:latin typeface="Consolas" panose="020B0609020204030204" pitchFamily="49" charset="0"/>
              </a:rPr>
              <a:t>6</a:t>
            </a:r>
            <a:endParaRPr lang="zh-CN" altLang="en-US" sz="3400">
              <a:solidFill>
                <a:srgbClr val="FF7C1C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B4A36B0-3A78-CBF1-5509-6B38F86A255A}"/>
              </a:ext>
            </a:extLst>
          </p:cNvPr>
          <p:cNvSpPr txBox="1"/>
          <p:nvPr/>
        </p:nvSpPr>
        <p:spPr>
          <a:xfrm>
            <a:off x="5816600" y="31750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A6B9D8"/>
                </a:solidFill>
                <a:latin typeface="Microsoft YaHei" panose="020B0503020204020204" pitchFamily="34" charset="-122"/>
              </a:rPr>
              <a:t>红队已阻断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D0EA5AC-EE4E-0FD2-1E10-26F408C22FEC}"/>
              </a:ext>
            </a:extLst>
          </p:cNvPr>
          <p:cNvCxnSpPr/>
          <p:nvPr/>
        </p:nvCxnSpPr>
        <p:spPr>
          <a:xfrm>
            <a:off x="609600" y="3987800"/>
            <a:ext cx="71374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66E528AE-73B8-21D1-303A-73EE0C3353BF}"/>
              </a:ext>
            </a:extLst>
          </p:cNvPr>
          <p:cNvSpPr txBox="1"/>
          <p:nvPr/>
        </p:nvSpPr>
        <p:spPr>
          <a:xfrm>
            <a:off x="609600" y="42672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 b="1">
                <a:solidFill>
                  <a:srgbClr val="BFFF00"/>
                </a:solidFill>
                <a:latin typeface="Microsoft YaHei" panose="020B0503020204020204" pitchFamily="34" charset="-122"/>
              </a:rPr>
              <a:t>运行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89A240D-00BC-317F-53EF-E1256E4161F3}"/>
              </a:ext>
            </a:extLst>
          </p:cNvPr>
          <p:cNvSpPr txBox="1"/>
          <p:nvPr/>
        </p:nvSpPr>
        <p:spPr>
          <a:xfrm>
            <a:off x="609600" y="4597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run demo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306C9F2-781B-8EEB-2488-0EBDEE554D6B}"/>
              </a:ext>
            </a:extLst>
          </p:cNvPr>
          <p:cNvSpPr txBox="1"/>
          <p:nvPr/>
        </p:nvSpPr>
        <p:spPr>
          <a:xfrm>
            <a:off x="3810000" y="4597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run demo:live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23E5C8D-3816-E4AD-8E24-A4D0A708186B}"/>
              </a:ext>
            </a:extLst>
          </p:cNvPr>
          <p:cNvSpPr txBox="1"/>
          <p:nvPr/>
        </p:nvSpPr>
        <p:spPr>
          <a:xfrm>
            <a:off x="609600" y="50800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run acceptance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A81921-C11E-91BD-9D30-33A6C28FA9A9}"/>
              </a:ext>
            </a:extLst>
          </p:cNvPr>
          <p:cNvSpPr txBox="1"/>
          <p:nvPr/>
        </p:nvSpPr>
        <p:spPr>
          <a:xfrm>
            <a:off x="4699000" y="5080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Consolas" panose="020B0609020204030204" pitchFamily="49" charset="0"/>
              </a:rPr>
              <a:t>npm test</a:t>
            </a:r>
            <a:endParaRPr lang="zh-CN" altLang="en-US" sz="16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8DE47E9-AC9F-788D-E635-5A7495D9463D}"/>
              </a:ext>
            </a:extLst>
          </p:cNvPr>
          <p:cNvSpPr/>
          <p:nvPr/>
        </p:nvSpPr>
        <p:spPr>
          <a:xfrm>
            <a:off x="8432800" y="2184400"/>
            <a:ext cx="3149600" cy="3251200"/>
          </a:xfrm>
          <a:prstGeom prst="rect">
            <a:avLst/>
          </a:prstGeom>
          <a:solidFill>
            <a:srgbClr val="417EFF"/>
          </a:solidFill>
          <a:ln w="12700">
            <a:solidFill>
              <a:srgbClr val="417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4464C19-5711-FF6A-666D-6A38E6BEF9B9}"/>
              </a:ext>
            </a:extLst>
          </p:cNvPr>
          <p:cNvSpPr txBox="1"/>
          <p:nvPr/>
        </p:nvSpPr>
        <p:spPr>
          <a:xfrm>
            <a:off x="8763000" y="25146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 b="1">
                <a:solidFill>
                  <a:srgbClr val="BFFF00"/>
                </a:solidFill>
                <a:latin typeface="Microsoft YaHei" panose="020B0503020204020204" pitchFamily="34" charset="-122"/>
              </a:rPr>
              <a:t>已验证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C831DAD-40D6-E78D-61B5-A89856C3757B}"/>
              </a:ext>
            </a:extLst>
          </p:cNvPr>
          <p:cNvSpPr txBox="1"/>
          <p:nvPr/>
        </p:nvSpPr>
        <p:spPr>
          <a:xfrm>
            <a:off x="8763000" y="29464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本地包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主流程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红队门禁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运行时控制台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92F130A-2CCC-ADF3-5EE1-FE8A8DAAB93D}"/>
              </a:ext>
            </a:extLst>
          </p:cNvPr>
          <p:cNvCxnSpPr/>
          <p:nvPr/>
        </p:nvCxnSpPr>
        <p:spPr>
          <a:xfrm>
            <a:off x="8763000" y="4419600"/>
            <a:ext cx="2438400" cy="0"/>
          </a:xfrm>
          <a:prstGeom prst="line">
            <a:avLst/>
          </a:prstGeom>
          <a:ln w="10160">
            <a:solidFill>
              <a:srgbClr val="748F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25617DA7-3296-4591-0489-5B1EC8E7D56D}"/>
              </a:ext>
            </a:extLst>
          </p:cNvPr>
          <p:cNvSpPr txBox="1"/>
          <p:nvPr/>
        </p:nvSpPr>
        <p:spPr>
          <a:xfrm>
            <a:off x="8763000" y="4699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不在范围内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A9369C2-2F08-0617-39F7-854A17284FAA}"/>
              </a:ext>
            </a:extLst>
          </p:cNvPr>
          <p:cNvSpPr txBox="1"/>
          <p:nvPr/>
        </p:nvSpPr>
        <p:spPr>
          <a:xfrm>
            <a:off x="8763000" y="50292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00">
                <a:solidFill>
                  <a:srgbClr val="FFFFFF"/>
                </a:solidFill>
                <a:latin typeface="Microsoft YaHei" panose="020B0503020204020204" pitchFamily="34" charset="-122"/>
              </a:rPr>
              <a:t>WorkHub / Wesome </a:t>
            </a:r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</a:rPr>
              <a:t>发布</a:t>
            </a:r>
          </a:p>
          <a:p>
            <a:r>
              <a:rPr lang="zh-CN" altLang="en-US" sz="1100">
                <a:solidFill>
                  <a:srgbClr val="FFFFFF"/>
                </a:solidFill>
                <a:latin typeface="Microsoft YaHei" panose="020B0503020204020204" pitchFamily="34" charset="-122"/>
              </a:rPr>
              <a:t>真实货运执行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D40185D-2304-FDE6-24F9-D627106CD3CA}"/>
              </a:ext>
            </a:extLst>
          </p:cNvPr>
          <p:cNvSpPr txBox="1"/>
          <p:nvPr/>
        </p:nvSpPr>
        <p:spPr>
          <a:xfrm>
            <a:off x="609600" y="60452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900">
                <a:solidFill>
                  <a:srgbClr val="748FBE"/>
                </a:solidFill>
                <a:latin typeface="Microsoft YaHei" panose="020B0503020204020204" pitchFamily="34" charset="-122"/>
              </a:rPr>
              <a:t>仅为本地演示证据 </a:t>
            </a:r>
            <a:r>
              <a:rPr lang="en-US" altLang="zh-CN" sz="900">
                <a:solidFill>
                  <a:srgbClr val="748FB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00">
                <a:solidFill>
                  <a:srgbClr val="748FBE"/>
                </a:solidFill>
                <a:latin typeface="Microsoft YaHei" panose="020B0503020204020204" pitchFamily="34" charset="-122"/>
              </a:rPr>
              <a:t>未进行外部提交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6225D80-6CD9-95CE-80BA-6B6E7A4DAE5B}"/>
              </a:ext>
            </a:extLst>
          </p:cNvPr>
          <p:cNvSpPr txBox="1"/>
          <p:nvPr/>
        </p:nvSpPr>
        <p:spPr>
          <a:xfrm>
            <a:off x="11049000" y="60452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000" b="1">
                <a:solidFill>
                  <a:srgbClr val="BFFF00"/>
                </a:solidFill>
                <a:latin typeface="Consolas" panose="020B0609020204030204" pitchFamily="49" charset="0"/>
              </a:rPr>
              <a:t>06</a:t>
            </a:r>
            <a:endParaRPr lang="zh-CN" altLang="en-US" sz="1000" b="1">
              <a:solidFill>
                <a:srgbClr val="B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835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Office PowerPoint</Application>
  <PresentationFormat>自定义</PresentationFormat>
  <Paragraphs>114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Weilai Wang</dc:creator>
  <cp:lastModifiedBy>Weilai Wang</cp:lastModifiedBy>
  <cp:revision>1</cp:revision>
  <dcterms:created xsi:type="dcterms:W3CDTF">2026-09-18T07:53:37Z</dcterms:created>
  <dcterms:modified xsi:type="dcterms:W3CDTF">2026-09-18T07:53:37Z</dcterms:modified>
</cp:coreProperties>
</file>